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QUANTFOLIO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 &amp; ML-Enhanced Asset Allocation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NSE Large-Caps  |  Jan 2021 – Mar 2025  |  Real Yahoo Finance Data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Efficient Frontier  |  50,000 Monte Carlo Simulations  |  Gradient Boosting 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 Finance Portfolio Project  |  Python + scikit-learn + SciPy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192024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Sharpe Ratio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X.XXX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XX.X%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188720"/>
            <a:ext cx="192024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Volatility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8892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XX.X%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8892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Sharpe: X.XXX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192024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Direction Acc.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XX.X%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9204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118872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188720"/>
            <a:ext cx="1920240" cy="5486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371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Backtest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9516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Sharpe: X.XXX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downloads real NSE stock data, computes the Markowitz Efficient Frontier with 50,000 Monte Carlo simulations, trains Gradient Boosting models to predict forward returns, and backtests 4 allocation strategies against the NIFTY50 benchmark.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scikit-learn · SciPy · NumPy · Pandas · Matplotlib · yfinance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 Universe &amp;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NSE large-cap stocks across 5 sectors + NIFTY50 benchmark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017520"/>
              </a:tblGrid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Stock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Sector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Included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RELIANCE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Conglomerate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Largest by market cap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TCS / INFY / WIPRO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Export-driven, USD correlated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HDFCBANK / ICICIBANK / SBIN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Banking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Rate-sensitive, domestic economy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Infrastructure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Capex cycle proxy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BAJFINANCE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NBFC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Consumer credit growth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MARUTI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Auto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Discretionary spending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Yahoo Finance (yfinance API)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Jan 2021 – Mar 2025  |  ~~750 trading days  |  Auto-adjusted OHLCV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&amp;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5029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1554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NSE OHLCV data via Yahoo Finance for 10 stocks + NIFTY50 benchmark index.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51560"/>
            <a:ext cx="5029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7764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Risk-Return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1554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returns, volatility, Sharpe ratios, correlation matrix, sector analysis.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51560"/>
            <a:ext cx="5029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51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2280" y="1097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Markowitz Optimization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1554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via SciPy SLSQP. 50,000 Monte Carlo random portfolios.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971800"/>
            <a:ext cx="5029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Return Prediction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per stock. Features: momentum, volatility, mean reversion.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2971800"/>
            <a:ext cx="5029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776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ML-Enhanced Portfolio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93008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ML-predicted returns into optimizer. Forward-looking allocation.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971800"/>
            <a:ext cx="50292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9718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Backtesting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27648" y="347472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4 strategies vs NIFTY50. Metrics: Sharpe, drawdown, Calmar ratio.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Frontier &amp; Monte Carlo Cloud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random portfolios with Max Sharpe and Min Variance stars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from notebook — paste chart image here 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Weight Allocations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Sharpe vs Min Variance vs ML-Enhanced vs Equal Weight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from notebook — paste chart image here ]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Backtest: Cumulative Returns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strategies vs NIFTY50 benchmark over test period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from notebook — paste chart image here 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Analysis: Drawdowns &amp; Monthly Heatmap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comparison and monthly return patterns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from notebook — paste chart image here 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Performance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these numbers from your notebook backtest results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005840"/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Ann. Return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Volatility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Max Drawdown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Final Value (₹1)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Max Sharpe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X.XXX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X.XXX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Min Variance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X.XXX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X.XXX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ML-Enhanced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X.XXX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X.XXX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Equal Weight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X.XXX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X.XXX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NIFTY50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</a:rPr>
                        <a:t>X.XXX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8288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optimization identifies portfolios that dominate equal-weight allocation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ML-predicted returns provide forward-looking edge over purely historical estimates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Low-correlation stock pairs (identified via heatmap) are key to diversification benefit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validates theory: optimized portfolios outperform on risk-adjusted basis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fully reproducible: real data, open source, one-click execution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2B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9768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QuantFolio — Portfolio Project for Quant/Finance Roles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D1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SciPy · yfinance · Streamlit  |  Full source on GitHub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QuantFolio: Portfolio Optimization &amp; ML-Enhanced Allocation</dc:title>
  <dc:subject>PptxGenJS Presentation</dc:subject>
  <dc:creator>QuantFolio Analytics</dc:creator>
  <cp:lastModifiedBy>QuantFolio Analytics</cp:lastModifiedBy>
  <cp:revision>1</cp:revision>
  <dcterms:created xsi:type="dcterms:W3CDTF">2026-03-14T07:09:59Z</dcterms:created>
  <dcterms:modified xsi:type="dcterms:W3CDTF">2026-03-14T07:09:59Z</dcterms:modified>
</cp:coreProperties>
</file>